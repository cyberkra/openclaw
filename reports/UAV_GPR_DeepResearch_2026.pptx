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UAV/机载GPR数据处理深度调研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Workflow · Algorithms · Airborne Constraints · Toolchain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04672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时间：2026-03-06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资料来源：深度调研摘要 + 公开文献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UAV GPR Deep Research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核心处理流程（标准化管线）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74520" cy="68580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16916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同步/轨迹清洗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1531620"/>
            <a:ext cx="228600" cy="0"/>
          </a:xfrm>
          <a:prstGeom prst="line">
            <a:avLst/>
          </a:prstGeom>
          <a:noFill/>
          <a:ln w="2540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51760" y="1188720"/>
            <a:ext cx="1874520" cy="68580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261872"/>
            <a:ext cx="16916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time-zero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531620"/>
            <a:ext cx="228600" cy="0"/>
          </a:xfrm>
          <a:prstGeom prst="line">
            <a:avLst/>
          </a:prstGeom>
          <a:noFill/>
          <a:ln w="2540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1874520" cy="68580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61872"/>
            <a:ext cx="16916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dewow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531620"/>
            <a:ext cx="228600" cy="0"/>
          </a:xfrm>
          <a:prstGeom prst="line">
            <a:avLst/>
          </a:prstGeom>
          <a:noFill/>
          <a:ln w="2540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0" y="1188720"/>
            <a:ext cx="1874520" cy="68580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261872"/>
            <a:ext cx="16916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gain/AGC/SEC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1874520" cy="68580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267712"/>
            <a:ext cx="16916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去背景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(EMA/SVD/RPCA/WNNM)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23160" y="2537460"/>
            <a:ext cx="228600" cy="0"/>
          </a:xfrm>
          <a:prstGeom prst="line">
            <a:avLst/>
          </a:prstGeom>
          <a:noFill/>
          <a:ln w="2540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51760" y="2194560"/>
            <a:ext cx="1874520" cy="68580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267712"/>
            <a:ext cx="16916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频带与F-K滤波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26280" y="2537460"/>
            <a:ext cx="228600" cy="0"/>
          </a:xfrm>
          <a:prstGeom prst="line">
            <a:avLst/>
          </a:prstGeom>
          <a:noFill/>
          <a:ln w="2540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54880" y="2194560"/>
            <a:ext cx="1874520" cy="68580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67712"/>
            <a:ext cx="16916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迁移成像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2537460"/>
            <a:ext cx="228600" cy="0"/>
          </a:xfrm>
          <a:prstGeom prst="line">
            <a:avLst/>
          </a:prstGeom>
          <a:noFill/>
          <a:ln w="2540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2194560"/>
            <a:ext cx="1874520" cy="68580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267712"/>
            <a:ext cx="16916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速度估计/深度转换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200400"/>
            <a:ext cx="1874520" cy="68580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73552"/>
            <a:ext cx="16916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属性/切片成像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注：机载场景需要增加轨迹对齐、运动补偿、等距重采样。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Pipeline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算法对比结论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377440" cy="3200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2377440" cy="54864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53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背景抑制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SVD / RPCA / WNNM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&gt; EMA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优势：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去阴影、保结构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目标保真度高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1280160"/>
            <a:ext cx="2377440" cy="3200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280160"/>
            <a:ext cx="2377440" cy="54864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353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增益策略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SEC &gt; AGC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理由：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相位与幅度保真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动态范围控制可解释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1280160"/>
            <a:ext cx="2377440" cy="3200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280160"/>
            <a:ext cx="2377440" cy="54864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353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成像/滤波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19202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F-K + 迁移组合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关键点：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时频域噪声隔离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速度估计决定成像质量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Algorithm Summary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机载特性与约束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8046720" cy="64008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E73"/>
                </a:solidFill>
              </a:rPr>
              <a:t>轨迹对齐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3716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RTK/PPK轨迹 + 航迹插值，要求厘米级同步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8046720" cy="64008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E73"/>
                </a:solidFill>
              </a:rPr>
              <a:t>等距重采样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1488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将不均匀采样转换为等距道集，稳定F-K/迁移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E73"/>
                </a:solidFill>
              </a:rPr>
              <a:t>运动补偿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9260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MoCo修正平台姿态与天线偏移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8046720" cy="64008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E73"/>
                </a:solidFill>
              </a:rPr>
              <a:t>耦合变化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7033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飞行高度/地表粗糙导致耦合变化，需归一化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8046720" cy="64008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E73"/>
                </a:solidFill>
              </a:rPr>
              <a:t>姿态稳定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44805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俯仰/横滚影响极化与时延，建议IMU约束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Airborne Constraints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参数范围建议（机载场景）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8046720" cy="356616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E73"/>
                </a:solidFill>
              </a:rPr>
              <a:t>中心频率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371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80–500 MHz（浅层高分辨率 vs 深穿透）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E73"/>
                </a:solidFill>
              </a:rPr>
              <a:t>飞行高度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783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0.5–2.5 m（地表近距以提升耦合）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E73"/>
                </a:solidFill>
              </a:rPr>
              <a:t>测线间距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194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0.1–0.5 m（3D成像建议 ≤0.25 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E73"/>
                </a:solidFill>
              </a:rPr>
              <a:t>道间距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606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0.02–0.1 m（与PRF/速度匹配）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E73"/>
                </a:solidFill>
              </a:rPr>
              <a:t>采样时间窗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017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60–200 ns（视介质速度）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E73"/>
                </a:solidFill>
              </a:rPr>
              <a:t>速度估计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429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0.06–0.15 m/ns（土壤/岩土）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E73"/>
                </a:solidFill>
              </a:rPr>
              <a:t>增益策略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840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SEC为主，AGC仅用于可视化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E73"/>
                </a:solidFill>
              </a:rPr>
              <a:t>去背景窗口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4251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≥ 30–80 道滑窗，保结构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工具链与实现建议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3291840"/>
          </a:xfrm>
          <a:prstGeom prst="rect">
            <a:avLst/>
          </a:prstGeom>
          <a:solidFill>
            <a:srgbClr val="E7F0FB"/>
          </a:solidFill>
          <a:ln w="12700">
            <a:solidFill>
              <a:srgbClr val="C7D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280160"/>
            <a:ext cx="3840480" cy="3291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E73"/>
                </a:solidFill>
              </a:rPr>
              <a:t>GPR专业软件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E73"/>
                </a:solidFill>
              </a:rPr>
              <a:t>数据处理/集成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RGPR（R）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ReflexW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GPRMax（FDTD仿真）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GPRPy / gprMax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MatGPR / GPR-SLICE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Python: NumPy/Scipy + scikit-image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小波/稀疏表示库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GNSS/IMU融合：RTKLIB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GIS：QGIS / ArcGIS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可视化：Plotly / PyVista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Toolchain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文献列表（1/2）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https://www.mdpi.com/2072-4292/14/14/3245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https://www.mdpi.com/2072-4292/16/13/2461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824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https://www.mdpi.com/2072-4292/17/9/1498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75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https://pmc.ncbi.nlm.nih.gov/articles/PMC10459563/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https://link.springer.com/article/10.1007/s11629-023-8162-y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https://www.preprints.org/manuscript/202401.1034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https://emanuelhuber.github.io/RGPR/02_RGPR_tutorial_basic-GPR-data-processing/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https://www.sandmeier-geo.de/Download/gpr_2d_import_processing.pdf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38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https://www.mdpi.com/1424-8220/18/10/3422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https://www.mdpi.com/1424-8220/19/17/3807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https://pmc.ncbi.nlm.nih.gov/articles/PMC10255216/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https://www.mdpi.com/2079-9292/9/1/25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608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https://ieeexplore.ieee.org/document/10197763/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901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https://www.mdpi.com/2079-9292/10/11/1269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193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https://core.ac.uk/download/pdf/333722781.pdf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文献列表（2/2）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https://link.springer.com/article/10.1186/s40703-016-0019-6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https://onlinelibrary.wiley.com/doi/10.1155/2014/280738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824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https://www.sciencedirect.com/science/article/pii/S1877705811054014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75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https://www.sciencedirect.com/science/article/abs/pii/S0926985121001488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https://www.ajer.org/papers/Vol-12-issue-1/Q1201124133.pdf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https://ieeexplore.ieee.org/document/7105356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https://www.researchgate.net/publication/359995114_Unmanned_Aerial_Vehicle-Based_Ground-Penetrating_Radar_Systems_A_Review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https://www.sphengineering.com/integrated-systems/technologies/gpr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38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https://www.sphengineering.com/news/ground-versus-uav-based-ground-penetrating-radar-gpr-comparison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https://cdnsciencepub.com/doi/abs/10.1139/dsa-2023-0021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https://www.gprmax.com/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https://github.com/gprMax/gprMax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608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https://github.com/emanuelhuber/RGPR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901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https://github.com/NSGeophysics/GPRPy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193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https://www.sandmeier-geo.de/reflexw.html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https://www.geophysical.com/gpr-slice/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E7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结论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F0FF"/>
                </a:solidFill>
              </a:rPr>
              <a:t>• 机载GPR必须优先解决轨迹对齐与运动补偿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F0FF"/>
                </a:solidFill>
              </a:rPr>
              <a:t>• 背景抑制推荐 SVD/RPCA/WNNM，增益推荐 SEC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F0FF"/>
                </a:solidFill>
              </a:rPr>
              <a:t>• 迁移成像依赖速度估计与F-K滤波，需稳定管线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F0FF"/>
                </a:solidFill>
              </a:rPr>
              <a:t>• 建议工具链：RGPR/ReflexW + Python自动化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Conclusion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UAV/机载GPR数据处理深度调研</dc:title>
  <dc:subject>PptxGenJS Presentation</dc:subject>
  <dc:creator>OpenClaw</dc:creator>
  <cp:lastModifiedBy>OpenClaw</cp:lastModifiedBy>
  <cp:revision>1</cp:revision>
  <dcterms:created xsi:type="dcterms:W3CDTF">2026-03-06T18:00:23Z</dcterms:created>
  <dcterms:modified xsi:type="dcterms:W3CDTF">2026-03-06T18:00:23Z</dcterms:modified>
</cp:coreProperties>
</file>