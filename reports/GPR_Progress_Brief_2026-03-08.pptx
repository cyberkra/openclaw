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GPR处理流程阶段汇报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组会汇报 | 2026-03-08 | baiiy1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1. 当前阶段目标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建立“可复现、可评估、可并入”的GPR处理流程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统一示例数据：测线main_40dbm_普通飞高.csv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完成隔离区优化并给出A/B定量评估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2. 已完成关键工作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PyQt GUI 已合并主仓（commit: 0fb4753, 99a7402）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完成流程优化脚本与评估脚本（隔离区）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实现流程截图输出：raw/baseline/optimized/diff/comparison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建立A/B评估：SNR、CNR、背景残差、结构相关、锐度、耗时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3. 当前处理链（B链）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SEC增益 -&gt; SVD背景抑制 -&gt; F-K滤波 -&gt; Hankel-SVD -&gt; 滑动平均背景去除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优点：对杂波抑制有效，速度可优化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风险：缺少标准前置步骤（time-zero/dewow），可解释性受限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4. 稳健链（A链）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time-zero校正 -&gt; dewow -&gt; 背景抑制 -&gt; 频域滤波 -&gt; 增益 -&gt; Hankel-SVD -&gt; 深度转换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更接近行业常见流程，便于组会交流与后续答辩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已在隔离区完成完整执行与A/B对照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5. 稳健链最终图（A链）</a:t>
            </a:r>
          </a:p>
        </p:txBody>
      </p:sp>
      <p:pic>
        <p:nvPicPr>
          <p:cNvPr id="3" name="Picture 2" descr="a07_final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789920" cy="43159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观察：目标边界更规整，背景条纹抑制更明显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6. 当前链最终图（B链）</a:t>
            </a:r>
          </a:p>
        </p:txBody>
      </p:sp>
      <p:pic>
        <p:nvPicPr>
          <p:cNvPr id="3" name="Picture 2" descr="b_final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789920" cy="43159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观察：整体可用，但结构连贯性与背景洁净度略弱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7. A-B差分图</a:t>
            </a:r>
          </a:p>
        </p:txBody>
      </p:sp>
      <p:pic>
        <p:nvPicPr>
          <p:cNvPr id="3" name="Picture 2" descr="ab_diff_A_minus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789920" cy="43159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变化：可见主要差异集中于背景与边缘区，目标主体保持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8. 当前链前后对比总览</a:t>
            </a:r>
          </a:p>
        </p:txBody>
      </p:sp>
      <p:pic>
        <p:nvPicPr>
          <p:cNvPr id="3" name="Picture 2" descr="comparison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789920" cy="2877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用于快速说明优化前后变化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9. A/B量化结论（隔离区结果）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运行时间：A 56.75s，B 56.50s（近似）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CNR：A优于B；背景残差：A显著更低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结构相关/锐度：A更好（图像更清晰）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综合建议：后续主流程优先采用A链（稳健链）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10. 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将A链参数面板化（GUI可调+保存预设）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补充“一键评估卡”：自动输出判定与建议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完成主仓可控并入（含风险、回滚、证据）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