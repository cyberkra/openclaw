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GPR流程复跑汇报（指定数据）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数据：测线main_40dbm_普通飞高.csv | 日期：2026-03-08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本次复跑说明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按你的要求，统一使用：测线main_40dbm_普通飞高.csv</a:t>
            </a:r>
          </a:p>
          <a:p>
            <a:pPr>
              <a:defRPr sz="2100"/>
            </a:pPr>
            <a:r>
              <a:t>执行A链（稳健链）与B链（当前链）完整对照</a:t>
            </a:r>
          </a:p>
          <a:p>
            <a:pPr>
              <a:defRPr sz="2100"/>
            </a:pPr>
            <a:r>
              <a:t>输出中间图、最终图、差分图和指标表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量化结果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关键指标（A_stable vs B_current）：</a:t>
            </a:r>
          </a:p>
          <a:p>
            <a:pPr>
              <a:defRPr sz="2100"/>
            </a:pPr>
            <a:r>
              <a:t>A_stable: runtime=63.473s, CNR=3.581, bg_res=0.000030, struct=0.300, sharp=0.242</a:t>
            </a:r>
          </a:p>
          <a:p>
            <a:pPr>
              <a:defRPr sz="2100"/>
            </a:pPr>
            <a:r>
              <a:t>B_current: runtime=55.724s, CNR=3.165, bg_res=0.003898, struct=0.136, sharp=0.093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A链最终图（稳健链）</a:t>
            </a:r>
          </a:p>
        </p:txBody>
      </p:sp>
      <p:pic>
        <p:nvPicPr>
          <p:cNvPr id="3" name="Picture 2" descr="a07_final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观察：背景更干净、结构连续性更好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B链最终图（当前链）</a:t>
            </a:r>
          </a:p>
        </p:txBody>
      </p:sp>
      <p:pic>
        <p:nvPicPr>
          <p:cNvPr id="3" name="Picture 2" descr="b_final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观察：目标可见但背景残余较高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A-B差分图</a:t>
            </a:r>
          </a:p>
        </p:txBody>
      </p:sp>
      <p:pic>
        <p:nvPicPr>
          <p:cNvPr id="3" name="Picture 2" descr="ab_diff_A_minus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变化集中在背景与边缘区域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关键中间步骤：time-zero</a:t>
            </a:r>
          </a:p>
        </p:txBody>
      </p:sp>
      <p:pic>
        <p:nvPicPr>
          <p:cNvPr id="3" name="Picture 2" descr="a01_time_z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关键中间步骤：dewow</a:t>
            </a:r>
          </a:p>
        </p:txBody>
      </p:sp>
      <p:pic>
        <p:nvPicPr>
          <p:cNvPr id="3" name="Picture 2" descr="a02_dew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关键中间步骤：背景抑制</a:t>
            </a:r>
          </a:p>
        </p:txBody>
      </p:sp>
      <p:pic>
        <p:nvPicPr>
          <p:cNvPr id="3" name="Picture 2" descr="a03_background_sup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关键中间步骤：bandpass</a:t>
            </a:r>
          </a:p>
        </p:txBody>
      </p:sp>
      <p:pic>
        <p:nvPicPr>
          <p:cNvPr id="3" name="Picture 2" descr="a04_band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本次复跑已完成，数据和图像证据齐全。</a:t>
            </a:r>
          </a:p>
          <a:p>
            <a:pPr>
              <a:defRPr sz="2100"/>
            </a:pPr>
            <a:r>
              <a:t>综合图像与指标：建议后续主流程优先采用A链（稳健链）。</a:t>
            </a:r>
          </a:p>
          <a:p>
            <a:pPr>
              <a:defRPr sz="2100"/>
            </a:pPr>
            <a:r>
              <a:t>下一步：将A链参数做成GUI预设与一键评估模板。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